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Roboto Slab"/>
      <p:regular r:id="rId11"/>
    </p:embeddedFont>
    <p:embeddedFont>
      <p:font typeface="Roboto Slab"/>
      <p:regular r:id="rId12"/>
    </p:embeddedFont>
    <p:embeddedFont>
      <p:font typeface="Roboto"/>
      <p:regular r:id="rId13"/>
    </p:embeddedFont>
    <p:embeddedFont>
      <p:font typeface="Roboto"/>
      <p:regular r:id="rId14"/>
    </p:embeddedFont>
    <p:embeddedFont>
      <p:font typeface="Roboto"/>
      <p:regular r:id="rId15"/>
    </p:embeddedFont>
    <p:embeddedFont>
      <p:font typeface="Roboto"/>
      <p:regular r:id="rId16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D4D4D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71B2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02733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28159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Dominando Formulários em React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819406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Seja bem-vindo(a) a mais um módulo do nosso curso! Nesta etapa, vamos entrar em um dos temas mais importantes no desenvolvimento web: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formulários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Afinal, é através deles que coletamos informações dos usuários, processamos dados e damos vida a muitas aplicações.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793790" y="531280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Vamos explorar desde os conceitos básicos até técnicas avançadas que farão seus formulários se destacarem em qualquer aplicação React.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3317"/>
            <a:ext cx="975121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Por que aprender formulários é essencial?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840230"/>
            <a:ext cx="6422231" cy="2254687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2038588"/>
            <a:ext cx="595313" cy="59531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859" y="2168723"/>
            <a:ext cx="267891" cy="3349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92148" y="28322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Login de E-mail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992148" y="3261479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Sistemas de autenticação que garantem segurança e personalização da experiência do usuário.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7414379" y="1840230"/>
            <a:ext cx="6422231" cy="2254687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737" y="2038588"/>
            <a:ext cx="595313" cy="595313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6448" y="2168723"/>
            <a:ext cx="267891" cy="3349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612737" y="283225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E-commerce</a:t>
            </a:r>
            <a:endParaRPr lang="en-US" sz="1950" dirty="0"/>
          </a:p>
        </p:txBody>
      </p:sp>
      <p:sp>
        <p:nvSpPr>
          <p:cNvPr id="12" name="Text 6"/>
          <p:cNvSpPr/>
          <p:nvPr/>
        </p:nvSpPr>
        <p:spPr>
          <a:xfrm>
            <a:off x="7612737" y="3261479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Carrinho de compras, endereço de entrega e informações de pagamento para finalizar pedidos.</a:t>
            </a:r>
            <a:endParaRPr lang="en-US" sz="1550" dirty="0"/>
          </a:p>
        </p:txBody>
      </p:sp>
      <p:sp>
        <p:nvSpPr>
          <p:cNvPr id="13" name="Shape 7"/>
          <p:cNvSpPr/>
          <p:nvPr/>
        </p:nvSpPr>
        <p:spPr>
          <a:xfrm>
            <a:off x="793790" y="4293275"/>
            <a:ext cx="6422231" cy="2254687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48" y="4491633"/>
            <a:ext cx="595313" cy="595313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5859" y="4621768"/>
            <a:ext cx="267891" cy="334923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92148" y="52853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Agendamentos</a:t>
            </a:r>
            <a:endParaRPr lang="en-US" sz="1950" dirty="0"/>
          </a:p>
        </p:txBody>
      </p:sp>
      <p:sp>
        <p:nvSpPr>
          <p:cNvPr id="17" name="Text 9"/>
          <p:cNvSpPr/>
          <p:nvPr/>
        </p:nvSpPr>
        <p:spPr>
          <a:xfrm>
            <a:off x="992148" y="5714524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Sistemas que permitem reservar horários, marcar consultas ou agendar serviços.</a:t>
            </a:r>
            <a:endParaRPr lang="en-US" sz="1550" dirty="0"/>
          </a:p>
        </p:txBody>
      </p:sp>
      <p:sp>
        <p:nvSpPr>
          <p:cNvPr id="18" name="Shape 10"/>
          <p:cNvSpPr/>
          <p:nvPr/>
        </p:nvSpPr>
        <p:spPr>
          <a:xfrm>
            <a:off x="7414379" y="4293275"/>
            <a:ext cx="6422231" cy="2254687"/>
          </a:xfrm>
          <a:prstGeom prst="roundRect">
            <a:avLst>
              <a:gd name="adj" fmla="val 1320"/>
            </a:avLst>
          </a:prstGeom>
          <a:solidFill>
            <a:srgbClr val="3F4652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2737" y="4491633"/>
            <a:ext cx="595313" cy="595313"/>
          </a:xfrm>
          <a:prstGeom prst="rect">
            <a:avLst/>
          </a:prstGeom>
        </p:spPr>
      </p:pic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6448" y="4621768"/>
            <a:ext cx="267891" cy="334923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7612737" y="52853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Busca</a:t>
            </a:r>
            <a:endParaRPr lang="en-US" sz="1950" dirty="0"/>
          </a:p>
        </p:txBody>
      </p:sp>
      <p:sp>
        <p:nvSpPr>
          <p:cNvPr id="22" name="Text 12"/>
          <p:cNvSpPr/>
          <p:nvPr/>
        </p:nvSpPr>
        <p:spPr>
          <a:xfrm>
            <a:off x="7612737" y="5714524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Campos de pesquisa que filtram conteúdo e ajudam a encontrar informações relevantes.</a:t>
            </a:r>
            <a:endParaRPr lang="en-US" sz="1550" dirty="0"/>
          </a:p>
        </p:txBody>
      </p:sp>
      <p:sp>
        <p:nvSpPr>
          <p:cNvPr id="23" name="Text 13"/>
          <p:cNvSpPr/>
          <p:nvPr/>
        </p:nvSpPr>
        <p:spPr>
          <a:xfrm>
            <a:off x="793790" y="677120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Todos esses exemplos têm algo em comum: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inputs que capturam e tratam dados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Saber criar e gerenciar formulários é um passo obrigatório para quem quer se tornar um desenvolvedor React completo.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D4D4D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74502" y="533757"/>
            <a:ext cx="8265438" cy="6050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5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 que vamos aprender neste módulo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774502" y="1622822"/>
            <a:ext cx="323064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Fundamentos em React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774502" y="2179320"/>
            <a:ext cx="6304478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Como o React lida com inputs de forma eficiente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4502" y="2556748"/>
            <a:ext cx="6304478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Criando inputs controlados para sincronizar estados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4502" y="2934176"/>
            <a:ext cx="6304478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Gerenciamento de eventos em formulários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4502" y="3311604"/>
            <a:ext cx="6304478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Validação básica de dados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168" y="3839051"/>
            <a:ext cx="3639026" cy="36390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59040" y="1622822"/>
            <a:ext cx="290441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React Hook Form</a:t>
            </a:r>
            <a:endParaRPr lang="en-US" sz="2250" dirty="0"/>
          </a:p>
        </p:txBody>
      </p:sp>
      <p:sp>
        <p:nvSpPr>
          <p:cNvPr id="12" name="Text 8"/>
          <p:cNvSpPr/>
          <p:nvPr/>
        </p:nvSpPr>
        <p:spPr>
          <a:xfrm>
            <a:off x="7559040" y="2179320"/>
            <a:ext cx="6304478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Configuração e implementação da biblioteca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559040" y="2556748"/>
            <a:ext cx="6304478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Criação de formulários com menos código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559040" y="2934176"/>
            <a:ext cx="6304478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Estratégias avançadas de validação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7559040" y="3311604"/>
            <a:ext cx="6304478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Otimização de performance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559040" y="3689032"/>
            <a:ext cx="6304478" cy="309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Integração com outras bibliotecas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559040" y="4216479"/>
            <a:ext cx="6304478" cy="1132284"/>
          </a:xfrm>
          <a:prstGeom prst="roundRect">
            <a:avLst>
              <a:gd name="adj" fmla="val 2565"/>
            </a:avLst>
          </a:prstGeom>
          <a:solidFill>
            <a:srgbClr val="183A1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2636" y="4509968"/>
            <a:ext cx="241935" cy="1935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88166" y="4458414"/>
            <a:ext cx="5481757" cy="619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 o React Hook Form, você reduzirá a quantidade de re-renderizações e tornará seu código mais limpo e organizado!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1070"/>
            <a:ext cx="750581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Objetivo final e próximos passos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503295"/>
            <a:ext cx="4215289" cy="198358"/>
          </a:xfrm>
          <a:prstGeom prst="roundRect">
            <a:avLst>
              <a:gd name="adj" fmla="val 15009"/>
            </a:avLst>
          </a:prstGeom>
          <a:solidFill>
            <a:srgbClr val="3F4652"/>
          </a:solidFill>
          <a:ln/>
        </p:spPr>
      </p:sp>
      <p:sp>
        <p:nvSpPr>
          <p:cNvPr id="4" name="Text 2"/>
          <p:cNvSpPr/>
          <p:nvPr/>
        </p:nvSpPr>
        <p:spPr>
          <a:xfrm>
            <a:off x="992148" y="390001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Aprendizado Inicial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2148" y="432923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Compreender os conceitos fundamentais de formulários em React e implementar inputs controlados básicos.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3205639"/>
            <a:ext cx="4215408" cy="198358"/>
          </a:xfrm>
          <a:prstGeom prst="roundRect">
            <a:avLst>
              <a:gd name="adj" fmla="val 15009"/>
            </a:avLst>
          </a:prstGeom>
          <a:solidFill>
            <a:srgbClr val="3F4652"/>
          </a:solidFill>
          <a:ln/>
        </p:spPr>
      </p:sp>
      <p:sp>
        <p:nvSpPr>
          <p:cNvPr id="7" name="Text 5"/>
          <p:cNvSpPr/>
          <p:nvPr/>
        </p:nvSpPr>
        <p:spPr>
          <a:xfrm>
            <a:off x="5405795" y="3602355"/>
            <a:ext cx="369058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Desenvolvimento Intermediário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05795" y="4031575"/>
            <a:ext cx="38186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Dominar o React Hook Form e criar formulários com validação eficiente, reduzindo o boilerplate de código.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2907983"/>
            <a:ext cx="4215289" cy="198358"/>
          </a:xfrm>
          <a:prstGeom prst="roundRect">
            <a:avLst>
              <a:gd name="adj" fmla="val 15009"/>
            </a:avLst>
          </a:prstGeom>
          <a:solidFill>
            <a:srgbClr val="3F4652"/>
          </a:solidFill>
          <a:ln/>
        </p:spPr>
      </p:sp>
      <p:sp>
        <p:nvSpPr>
          <p:cNvPr id="10" name="Text 8"/>
          <p:cNvSpPr/>
          <p:nvPr/>
        </p:nvSpPr>
        <p:spPr>
          <a:xfrm>
            <a:off x="9819561" y="330469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Aplicação Avançada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19561" y="3733919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Integrar seus formulários com APIs, gerenciar estados complexos e criar experiências de usuário profissionais.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570345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Ao final deste módulo, você será capaz de criar formulários profissionais, validar informações de maneira eficiente e integrar esses dados com qualquer parte da sua aplicação React.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2025-08-12T17:02:41Z</dcterms:created>
  <dcterms:modified xsi:type="dcterms:W3CDTF">2025-08-12T17:02:41Z</dcterms:modified>
</cp:coreProperties>
</file>